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695"/>
  </p:normalViewPr>
  <p:slideViewPr>
    <p:cSldViewPr snapToGrid="0">
      <p:cViewPr varScale="1">
        <p:scale>
          <a:sx n="78" d="100"/>
          <a:sy n="78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53AC3-C7F1-A74F-B35E-0E8FC09A74B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3BECE-598B-EE4C-B351-3F5D6A1DB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37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73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1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4C81-EB7B-3E38-7941-C5947D23E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7A785-3EE8-3A8E-3182-34AA88FBA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23CBB-C610-1A9B-E22B-A73A73B9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BAD87-EF25-70DC-14A1-E870F8D7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4C385-18EE-BFDB-467F-052FF314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5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E165-82D3-A20B-3867-893BDC7D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B3447-1003-5DBC-0836-A473A38A8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B6943-7C1F-533B-7E46-878CDB7C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C0485-D688-84CF-E480-230685C7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09376-217C-6142-5871-23418A35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2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F4E8-54A6-B7D1-D9E1-778635D0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55912-0593-26E1-C1EE-DE378F88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AF032-C898-C2B2-E377-07994FDD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D5A46-62A1-D01A-0F9D-8525237B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4A166-9D05-D059-45F4-0C64F1E3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0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CE67-322F-F044-2BB8-A443F832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B5B4-D3EF-6D66-7A4F-8FA3A3CAD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7B853-2264-072F-67E7-C46CCB616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D1528-BFCC-1911-EAF0-4EA1FA32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2787B-4179-73D6-9EF1-6999CC0D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569B1-57AC-F82F-A008-1889A3C8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5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6090-E7DB-C8DD-9B7B-1A07C93B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FF87F-4498-2683-517E-D1F4549AB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6AC13-6C37-C1CB-AB38-3ABE34442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2E4CA-FA1E-95F3-3EBC-DBDA4A205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646E9-32AD-8BD0-5EB2-C00EEE2A6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2AA28-74DE-74E2-F93E-F97C501A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498CE-3433-D196-128B-D2F096B7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D435E-EE3C-2A3B-09C9-B780C89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0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80B2-26E6-E7E3-0766-B89EA18A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B9487-06AD-3665-6F42-EA328647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31543-E54F-0C6E-2EB9-96ABF29C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3EA10-5C76-3800-636C-AEACE3B6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6F7A1-13B1-D5A9-815A-C14304C4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F96FC-1B95-4350-D95B-2C381F01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93F46-EECB-E3A9-6207-BBEACE67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7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051F-1963-04BE-7ED1-CD569B92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BB7B5-BBC1-0AAF-2E93-455D80795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837EC-B4C5-35CF-08AC-7D957F3FB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95697-42FE-A7AE-B497-FE35AA79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56D00-D834-6010-989B-6D469E79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ACB0-44A5-6E62-DEA1-54E88927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5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4972-7484-7329-0157-30653342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F17B2-A059-34BD-E526-023BEFBF8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03A5E-FEE3-E66F-0560-A9979E14D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1AA8-E710-7850-ED71-6D6EE132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329F1-9F93-B77F-6FD3-585DB118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DDC60-8478-696B-C0C0-A179D09D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5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FE77-C510-2CA8-7DF7-81551C8E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91F0F-6488-D146-08BC-70E61E5FF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D8416-4CE5-68C5-6A81-78789542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A477E-285F-B1D8-B384-F431245F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7EA88-1D1B-F967-5C6D-9CCCF7A1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7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1FEE5-D238-B83E-A20B-BFCD26E4E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2FD0A-1CEB-8306-0F62-B20F5204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5C56F-D98A-3278-223C-D0503CC7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04C2-3992-FDBA-827A-B011BDAE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67D0-2590-BFDB-3C4C-0493E53D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3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27A866-2D2A-B843-D43B-895B812F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31816-3B3D-1487-67D1-FB8762CB7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5AD4-6673-429E-F180-E59469EC8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1F96F-6C4A-CAED-82A7-9FD965352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FE81-9C94-3EFA-04AE-13F90FF42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7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531D1-B322-A85A-04EE-4A85011A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6013D5-110F-50BB-9F4D-BDB84D21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8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5F947-2CB9-4202-BE31-7FBEF5BE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365E59-DEA6-D571-19E5-516C41D03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82" y="0"/>
            <a:ext cx="11825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8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55B90-1776-F761-B65D-E946E75C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54B3844-B938-E9B4-8C8F-5E9EE6E6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622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3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2C763-81FA-C5B9-3711-4F6D89220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79614F-4852-23D3-00FB-DBB6F06CD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7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FA22A-18B4-67E8-B278-B07B3CC6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4CBF1A-4236-DA95-01E8-2E3272A2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19857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4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46427-0F9D-075C-F2DD-60F9577A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661505-1ADB-9788-8C5B-3F34DC830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661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0D4DC-DF45-16C5-2850-D9C58EAD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062458-0B9F-B8DE-8C3B-C71550E99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8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E3A59-9A0A-DE47-99B2-29F1BCD6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17F531-768D-F765-F2CB-C412AAAE5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0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35AE0-A5DE-C77C-ADED-DD2DBB19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CA191F-28D6-29DC-488D-5891624C7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" y="0"/>
            <a:ext cx="12088586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76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A160F-103B-1FF1-576F-53321EA3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3176C4-F114-F8C5-0125-CC24EB909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8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7D91B-0D80-BC4A-E047-0F661F05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90C335-85BC-CCF9-5872-AF2DF605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1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C149D-C133-126B-9FA9-24332171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B2ADDA-64A8-2100-BAB7-E4F5DAA22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2</Words>
  <Application>Microsoft Macintosh PowerPoint</Application>
  <PresentationFormat>Widescreen</PresentationFormat>
  <Paragraphs>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Divakaran</dc:creator>
  <cp:lastModifiedBy>Anand Divakaran</cp:lastModifiedBy>
  <cp:revision>5</cp:revision>
  <dcterms:created xsi:type="dcterms:W3CDTF">2026-04-18T22:00:38Z</dcterms:created>
  <dcterms:modified xsi:type="dcterms:W3CDTF">2026-04-19T15:58:52Z</dcterms:modified>
</cp:coreProperties>
</file>